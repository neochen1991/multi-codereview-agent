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243584" cy="237744"/>
          </a:xfrm>
          <a:prstGeom prst="roundRect">
            <a:avLst>
              <a:gd name="adj" fmla="val 23077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448056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Current State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当前 Code Review 的现状与待改进点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288"/>
                </a:solidFill>
              </a:rPr>
              <a:t>这个工具要解决的，不是简单的代码风格检查，而是复杂 MR 的深层风险识别。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26496" y="4389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288"/>
                </a:solidFill>
              </a:rPr>
              <a:t>01 / 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64592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18836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我们现在的 review 常见情况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213969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D7288"/>
                </a:solidFill>
              </a:rPr>
              <a:t>简单问题通常能看出来，复杂问题更容易漏。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59536" y="2615184"/>
            <a:ext cx="73152" cy="7315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6032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</a:rPr>
              <a:t>review 仍然以人工经验为主，不同 reviewer 深度差异很大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9536" y="2944368"/>
            <a:ext cx="73152" cy="7315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88950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</a:rPr>
              <a:t>对代码规范、空指针、命名问题比较敏感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" y="3273552"/>
            <a:ext cx="73152" cy="7315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218688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</a:rPr>
              <a:t>对业务规则、事务顺序、批量边界、锁风险不一定稳定看出来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" y="3602736"/>
            <a:ext cx="73152" cy="7315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547872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</a:rPr>
              <a:t>复杂 MR 涉及多个领域时，一个人很难同时兼顾业务、架构、数据库和性能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0976" y="4251960"/>
            <a:ext cx="4663440" cy="1389888"/>
          </a:xfrm>
          <a:prstGeom prst="roundRect">
            <a:avLst>
              <a:gd name="adj" fmla="val 5263"/>
            </a:avLst>
          </a:prstGeom>
          <a:solidFill>
            <a:srgbClr val="FFF3E7"/>
          </a:solidFill>
          <a:ln w="12700">
            <a:solidFill>
              <a:srgbClr val="FFF3E7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33856" y="444398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一个典型复杂 MR 里，经常同时出现：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33856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70432" y="496519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7324D"/>
                </a:solidFill>
              </a:rPr>
              <a:t>业务逻辑改动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2231136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67712" y="496519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7324D"/>
                </a:solidFill>
              </a:rPr>
              <a:t>架构边界调整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328416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64992" y="496519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7324D"/>
                </a:solidFill>
              </a:rPr>
              <a:t>SQL / 事务变更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425696" y="4828032"/>
            <a:ext cx="93268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62272" y="496519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7324D"/>
                </a:solidFill>
              </a:rPr>
              <a:t>批处理 / 并发 / 锁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272784" y="1645920"/>
            <a:ext cx="5358384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47104" y="18836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待改进的 3 个关键点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47104" y="2304288"/>
            <a:ext cx="4754880" cy="841248"/>
          </a:xfrm>
          <a:prstGeom prst="roundRect">
            <a:avLst>
              <a:gd name="adj" fmla="val 8696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11696" y="2432304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487168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上下文太杂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45552" y="2468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324D"/>
                </a:solidFill>
              </a:rPr>
              <a:t>diff、源码、规则、设计文档、数据库信息分散在不同地方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547104" y="3291840"/>
            <a:ext cx="4754880" cy="841248"/>
          </a:xfrm>
          <a:prstGeom prst="roundRect">
            <a:avLst>
              <a:gd name="adj" fmla="val 8696"/>
            </a:avLst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11696" y="3419856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47472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视角太单一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45552" y="3456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324D"/>
                </a:solidFill>
              </a:rPr>
              <a:t>复杂 MR 需要多种专业视角，不适合一个 reviewer 或一个模型硬看全部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6547104" y="4279392"/>
            <a:ext cx="4754880" cy="841248"/>
          </a:xfrm>
          <a:prstGeom prst="roundRect">
            <a:avLst>
              <a:gd name="adj" fmla="val 8696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11696" y="4407408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462272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结果不稳定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845552" y="4443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7324D"/>
                </a:solidFill>
              </a:rPr>
              <a:t>经验难复用，输出不一定带证据，也不一定能直接落到研发动作上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6547104" y="5358384"/>
            <a:ext cx="4754880" cy="621792"/>
          </a:xfrm>
          <a:prstGeom prst="roundRect">
            <a:avLst>
              <a:gd name="adj" fmla="val 11765"/>
            </a:avLst>
          </a:prstGeom>
          <a:solidFill>
            <a:srgbClr val="EDF9F1"/>
          </a:solidFill>
          <a:ln w="12700">
            <a:solidFill>
              <a:srgbClr val="EDF9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784848" y="555955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F855A"/>
                </a:solidFill>
              </a:rPr>
              <a:t>这也是为什么我们做的不是“单次 AI 看代码”，而是一条多专家审查链路。</a:t>
            </a:r>
            <a:endParaRPr lang="en-US" sz="10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243584" cy="237744"/>
          </a:xfrm>
          <a:prstGeom prst="roundRect">
            <a:avLst>
              <a:gd name="adj" fmla="val 23077"/>
            </a:avLst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448056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本工具的整体架构及实现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288"/>
                </a:solidFill>
              </a:rPr>
              <a:t>先看整体分层，再看这些层在当前代码里分别落在哪。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26496" y="4389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288"/>
                </a:solidFill>
              </a:rPr>
              <a:t>02 / 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宏观架构图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1993392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42416" y="213969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用户入口层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88336" y="2139696"/>
            <a:ext cx="8375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D7288"/>
                </a:solidFill>
              </a:rPr>
              <a:t>发起任务、看过程、看结果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133856" y="2724912"/>
            <a:ext cx="9930384" cy="621792"/>
          </a:xfrm>
          <a:prstGeom prst="roundRect">
            <a:avLst>
              <a:gd name="adj" fmla="val 11765"/>
            </a:avLst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35024" y="287121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应用服务层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80944" y="2871216"/>
            <a:ext cx="7790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D7288"/>
                </a:solidFill>
              </a:rPr>
              <a:t>ReviewService、ReviewRunner、Scheduler 负责把任务真正跑起来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426464" y="3529584"/>
            <a:ext cx="9345168" cy="694944"/>
          </a:xfrm>
          <a:prstGeom prst="roundRect">
            <a:avLst>
              <a:gd name="adj" fmla="val 10526"/>
            </a:avLst>
          </a:prstGeom>
          <a:solidFill>
            <a:srgbClr val="FFF3E7"/>
          </a:solidFill>
          <a:ln w="12700">
            <a:solidFill>
              <a:srgbClr val="FFF3E7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27632" y="367588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智能分析层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73552" y="3675888"/>
            <a:ext cx="7205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D7288"/>
                </a:solidFill>
              </a:rPr>
              <a:t>Main Agent 选专家，多专家各自审查，LangGraph 负责收敛 issue / report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1737360" y="4425696"/>
            <a:ext cx="8723376" cy="621792"/>
          </a:xfrm>
          <a:prstGeom prst="roundRect">
            <a:avLst>
              <a:gd name="adj" fmla="val 11765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38528" y="4572000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扩展能力层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84448" y="457200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D7288"/>
                </a:solidFill>
              </a:rPr>
              <a:t>规则文档、skill、tool、repo context、pg 元信息都挂在这一层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029968" y="5248656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31136" y="5394960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平台支撑层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77056" y="5394960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D7288"/>
                </a:solidFill>
              </a:rPr>
              <a:t>本地代码仓、配置、日志、消息、历史记录、报告产物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089904" y="2560320"/>
            <a:ext cx="0" cy="146304"/>
          </a:xfrm>
          <a:prstGeom prst="line">
            <a:avLst/>
          </a:prstGeom>
          <a:noFill/>
          <a:ln w="1270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9904" y="3346704"/>
            <a:ext cx="0" cy="164592"/>
          </a:xfrm>
          <a:prstGeom prst="line">
            <a:avLst/>
          </a:prstGeom>
          <a:noFill/>
          <a:ln w="12700">
            <a:solidFill>
              <a:srgbClr val="0E7C7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89904" y="4242816"/>
            <a:ext cx="0" cy="164592"/>
          </a:xfrm>
          <a:prstGeom prst="line">
            <a:avLst/>
          </a:prstGeom>
          <a:noFill/>
          <a:ln w="1270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89904" y="5047488"/>
            <a:ext cx="0" cy="182880"/>
          </a:xfrm>
          <a:prstGeom prst="line">
            <a:avLst/>
          </a:prstGeom>
          <a:noFill/>
          <a:ln w="1270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8368" y="6053328"/>
            <a:ext cx="109728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96112" y="6199632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7324D"/>
                </a:solidFill>
              </a:rPr>
              <a:t>当前代码里大概是这样落的：前端页面在用户入口层，ReviewService / ReviewRunner 在应用服务层，Main Agent + 专家 + LangGraph 在智能分析层，repo_context_search / knowledge_search / pg_schema_context 在扩展能力层。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243584" cy="237744"/>
          </a:xfrm>
          <a:prstGeom prst="roundRect">
            <a:avLst>
              <a:gd name="adj" fmla="val 23077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448056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Video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介绍视频怎么拍：建议用一个真实 MR 来讲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288"/>
                </a:solidFill>
              </a:rPr>
              <a:t>不要做功能巡礼，最好用一条真实链路，把“为什么有价值”讲清楚。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26496" y="4389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288"/>
                </a:solidFill>
              </a:rPr>
              <a:t>03 / 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7007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视频脚本建议（控制在 3 ~ 5 分钟）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9536" y="1993392"/>
            <a:ext cx="10442448" cy="621792"/>
          </a:xfrm>
          <a:prstGeom prst="roundRect">
            <a:avLst>
              <a:gd name="adj" fmla="val 11765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2139696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194560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 问题背景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12848" y="21671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</a:rPr>
              <a:t>先选一个真实 Java MR，说明它为什么复杂，人工 review 为什么容易漏。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89888" y="2633472"/>
            <a:ext cx="0" cy="201168"/>
          </a:xfrm>
          <a:prstGeom prst="line">
            <a:avLst/>
          </a:prstGeom>
          <a:noFill/>
          <a:ln w="1270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" y="2779776"/>
            <a:ext cx="10442448" cy="621792"/>
          </a:xfrm>
          <a:prstGeom prst="roundRect">
            <a:avLst>
              <a:gd name="adj" fmla="val 11765"/>
            </a:avLst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4128" y="2926080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980944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2. 发起任务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12848" y="295351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</a:rPr>
              <a:t>展示如何在工作台里输入 MR 链接、选择模式、发起审查。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89888" y="3419856"/>
            <a:ext cx="0" cy="201168"/>
          </a:xfrm>
          <a:prstGeom prst="line">
            <a:avLst/>
          </a:prstGeom>
          <a:noFill/>
          <a:ln w="12700">
            <a:solidFill>
              <a:srgbClr val="0E7C7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9536" y="3566160"/>
            <a:ext cx="10442448" cy="621792"/>
          </a:xfrm>
          <a:prstGeom prst="roundRect">
            <a:avLst>
              <a:gd name="adj" fmla="val 11765"/>
            </a:avLst>
          </a:prstGeom>
          <a:solidFill>
            <a:srgbClr val="FFF3E7"/>
          </a:solidFill>
          <a:ln w="12700">
            <a:solidFill>
              <a:srgbClr val="FFF3E7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4128" y="3712464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767328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3. 看过程页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12848" y="37398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</a:rPr>
              <a:t>重点展示主 Agent 选专家、规则筛选批次、tool 调用、专家开始审查。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389888" y="4206240"/>
            <a:ext cx="0" cy="201168"/>
          </a:xfrm>
          <a:prstGeom prst="line">
            <a:avLst/>
          </a:prstGeom>
          <a:noFill/>
          <a:ln w="1270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9536" y="4352544"/>
            <a:ext cx="10442448" cy="621792"/>
          </a:xfrm>
          <a:prstGeom prst="roundRect">
            <a:avLst>
              <a:gd name="adj" fmla="val 11765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4128" y="4498848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553712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4. 看结果页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212848" y="45262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</a:rPr>
              <a:t>展示审核发现、有效问题清单、被阈值过滤的问题，以及专家证据。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389888" y="4992624"/>
            <a:ext cx="0" cy="201168"/>
          </a:xfrm>
          <a:prstGeom prst="line">
            <a:avLst/>
          </a:prstGeom>
          <a:noFill/>
          <a:ln w="12700">
            <a:solidFill>
              <a:srgbClr val="B7791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9536" y="5138928"/>
            <a:ext cx="10442448" cy="621792"/>
          </a:xfrm>
          <a:prstGeom prst="roundRect">
            <a:avLst>
              <a:gd name="adj" fmla="val 11765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24128" y="5285232"/>
            <a:ext cx="987552" cy="237744"/>
          </a:xfrm>
          <a:prstGeom prst="roundRect">
            <a:avLst>
              <a:gd name="adj" fmla="val 23077"/>
            </a:avLst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5340096"/>
            <a:ext cx="8778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5. 做总结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212848" y="53126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24D"/>
                </a:solidFill>
              </a:rPr>
              <a:t>收尾时强调：这套工具最适合复杂 MR，不是为了替代人工，而是让 review 更有深度。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42048" y="5870448"/>
            <a:ext cx="3657600" cy="676656"/>
          </a:xfrm>
          <a:prstGeom prst="roundRect">
            <a:avLst>
              <a:gd name="adj" fmla="val 10811"/>
            </a:avLst>
          </a:prstGeom>
          <a:solidFill>
            <a:srgbClr val="EDF9F1"/>
          </a:solidFill>
          <a:ln w="12700">
            <a:solidFill>
              <a:srgbClr val="EDF9F1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79792" y="603504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</a:rPr>
              <a:t>视频里最值得展示的页面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61504" y="6236208"/>
            <a:ext cx="1389888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16368" y="6272784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</a:rPr>
              <a:t>专家参与判定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9107424" y="6236208"/>
            <a:ext cx="1389888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62288" y="6272784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</a:rPr>
              <a:t>规则筛选批次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7461504" y="6455664"/>
            <a:ext cx="1389888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16368" y="6492240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</a:rPr>
              <a:t>tool 结果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9107424" y="6455664"/>
            <a:ext cx="1389888" cy="16459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62288" y="6492240"/>
            <a:ext cx="1280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7324D"/>
                </a:solidFill>
              </a:rPr>
              <a:t>有效问题清单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243584" cy="237744"/>
          </a:xfrm>
          <a:prstGeom prst="roundRect">
            <a:avLst>
              <a:gd name="adj" fmla="val 23077"/>
            </a:avLst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448056"/>
            <a:ext cx="10972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Next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82296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当前不足与演进计划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288"/>
                </a:solidFill>
              </a:rPr>
              <a:t>方向已经比较清楚了，但这套工具还处在“从可用走向可依赖”的过程中。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26496" y="4389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7288"/>
                </a:solidFill>
              </a:rPr>
              <a:t>04 / 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664208"/>
            <a:ext cx="5413248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18836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当前不足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" y="2340864"/>
            <a:ext cx="73152" cy="73152"/>
          </a:xfrm>
          <a:prstGeom prst="ellipse">
            <a:avLst/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28600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324D"/>
                </a:solidFill>
              </a:rPr>
              <a:t>检视质量还不够稳定：有些高价值问题能抓到，但不是每次都稳定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59536" y="2670048"/>
            <a:ext cx="73152" cy="73152"/>
          </a:xfrm>
          <a:prstGeom prst="ellipse">
            <a:avLst/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615184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324D"/>
                </a:solidFill>
              </a:rPr>
              <a:t>上下文组织还在优化：复杂跨文件场景下，证据有时还不够完整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59536" y="2999232"/>
            <a:ext cx="73152" cy="73152"/>
          </a:xfrm>
          <a:prstGeom prst="ellipse">
            <a:avLst/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44368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324D"/>
                </a:solidFill>
              </a:rPr>
              <a:t>稳定性仍需提升：大任务、内网 LLM、Windows 环境仍有波动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59536" y="3328416"/>
            <a:ext cx="73152" cy="73152"/>
          </a:xfrm>
          <a:prstGeom prst="ellipse">
            <a:avLst/>
          </a:prstGeom>
          <a:solidFill>
            <a:srgbClr val="D9485F"/>
          </a:solidFill>
          <a:ln w="12700">
            <a:solidFill>
              <a:srgbClr val="D9485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273552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324D"/>
                </a:solidFill>
              </a:rPr>
              <a:t>平台化程度还不够：距离公共机器、多项目共享、统一权限还有距离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236208" y="1664208"/>
            <a:ext cx="5394960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8836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下一步怎么推进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3952" y="2249424"/>
            <a:ext cx="4773168" cy="731520"/>
          </a:xfrm>
          <a:prstGeom prst="roundRect">
            <a:avLst>
              <a:gd name="adj" fmla="val 10000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56832" y="2395728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356AE6"/>
          </a:solidFill>
          <a:ln w="12700">
            <a:solidFill>
              <a:srgbClr val="356AE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2450592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先提质量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772400" y="2414016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17324D"/>
                </a:solidFill>
              </a:rPr>
              <a:t>补高价值场景规则和测试，重点把正确性、架构、数据库、性能做深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7077456" y="3017520"/>
            <a:ext cx="0" cy="128016"/>
          </a:xfrm>
          <a:prstGeom prst="line">
            <a:avLst/>
          </a:prstGeom>
          <a:noFill/>
          <a:ln w="12700">
            <a:solidFill>
              <a:srgbClr val="356AE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73952" y="3127248"/>
            <a:ext cx="4773168" cy="731520"/>
          </a:xfrm>
          <a:prstGeom prst="roundRect">
            <a:avLst>
              <a:gd name="adj" fmla="val 10000"/>
            </a:avLst>
          </a:prstGeom>
          <a:solidFill>
            <a:srgbClr val="E9F8F5"/>
          </a:solidFill>
          <a:ln w="12700">
            <a:solidFill>
              <a:srgbClr val="E9F8F5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56832" y="3273552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0E7C72"/>
          </a:solidFill>
          <a:ln w="12700">
            <a:solidFill>
              <a:srgbClr val="0E7C7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3328416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再提稳定性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0" y="329184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17324D"/>
                </a:solidFill>
              </a:rPr>
              <a:t>继续收超时、重试、恢复和大任务执行链路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7077456" y="3895344"/>
            <a:ext cx="0" cy="128016"/>
          </a:xfrm>
          <a:prstGeom prst="line">
            <a:avLst/>
          </a:prstGeom>
          <a:noFill/>
          <a:ln w="12700">
            <a:solidFill>
              <a:srgbClr val="0E7C72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73952" y="4005072"/>
            <a:ext cx="4773168" cy="73152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56832" y="4151376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11696" y="4206240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最后做平台化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72400" y="41696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17324D"/>
                </a:solidFill>
              </a:rPr>
              <a:t>逐步补项目级配置隔离、多租户、统一账号权限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859536" y="5504688"/>
            <a:ext cx="10387584" cy="420624"/>
          </a:xfrm>
          <a:prstGeom prst="roundRect">
            <a:avLst>
              <a:gd name="adj" fmla="val 17391"/>
            </a:avLst>
          </a:prstGeom>
          <a:solidFill>
            <a:srgbClr val="ECF3FF"/>
          </a:solidFill>
          <a:ln w="12700">
            <a:solidFill>
              <a:srgbClr val="ECF3FF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33856" y="5632704"/>
            <a:ext cx="9802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7324D"/>
                </a:solidFill>
              </a:rPr>
              <a:t>结论：这套工具已经证明“多专家 + 分层上下文 + 工具取证”这条路是成立的，下一阶段重点是把质量和稳定性做扎实。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多专家代码审查工具介绍</dc:title>
  <dc:subject>技术线分享：多专家代码审查工具</dc:subject>
  <dc:creator>Codex</dc:creator>
  <cp:lastModifiedBy>Codex</cp:lastModifiedBy>
  <cp:revision>1</cp:revision>
  <dcterms:created xsi:type="dcterms:W3CDTF">2026-04-16T07:22:24Z</dcterms:created>
  <dcterms:modified xsi:type="dcterms:W3CDTF">2026-04-16T07:22:24Z</dcterms:modified>
</cp:coreProperties>
</file>